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코드를 거의 몰라도 괜찮습니다. 한 번에 한 가지씩만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굽는 데 10분 넘게 걸리니, 시작 버튼만 누르고 앞을 봐 주세요. 이미지 파일은 USB 메모리로 나눠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2009년 케임브리지 대학의 에벤 업튼 등이 재단을 세웠습니다. 2015년에는 SenseHAT을 단 Astro Pi가 우주정거장에 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발전이 교실 컴퓨터 값에도 영향을 줍니다. 학생들과 반도체 수요와 공급 이야기를 나눠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시간이 되면 2~3분 정도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원래 우주정거장에 간 보드입니다(Astro 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메뉴 → 프로그래밍 → Thonny, Scratch는 확장 기능에서 Raspberry Pi Sense HAT 추가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set_rotation(180)은 Argon 케이스에서 SenseHAT이 거꾸로 꽂히기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센서 값도 확인하고 보정해야 한다는 것 자체가 좋은 과학 수업 소재입니다.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라즈베리파이와 SenseHAT으로 배우는 피지컬 컴퓨팅" descr="라즈베리파이와 SenseHAT으로 배우는 피지컬 컴퓨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오늘의 여정" descr="오늘의 여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지금 바로! SD카드 굽기 시작" descr="지금 바로! SD카드 굽기 시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r 따라 하기 ① 장치 · 운영 체제" descr="Imager 따라 하기 ① 장치 · 운영 체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r 따라 하기 ② 저장소 · 이름 · 지역" descr="Imager 따라 하기 ② 저장소 · 이름 · 지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r 따라 하기 ③ 사용자 · Wi‑Fi" descr="Imager 따라 하기 ③ 사용자 · Wi‑F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r 따라 하기 ④ 기록" descr="Imager 따라 하기 ④ 기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참고 영상 · OS 설치 (Imager 2.0)" descr="참고 영상 · OS 설치 (Imager 2.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피지컬 컴퓨팅이란?" descr="피지컬 컴퓨팅이란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공식 홈페이지" descr="공식 홈페이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영국 교실의 컴퓨팅 수업" descr="영국 교실의 컴퓨팅 수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라즈베리파이의 역사" descr="라즈베리파이의 역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aspberry Pi 4B 제원" descr="Raspberry Pi 4B 제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가격: 35달러 컴퓨터가 비싸진 이유" descr="가격: 35달러 컴퓨터가 비싸진 이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소개 영상" descr="소개 영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gon One V2 케이스" descr="Argon One V2 케이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enseHAT 한눈에 보기" descr="SenseHAT 한눈에 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D 좌표" descr="LED 좌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첫 부팅" descr="첫 부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한글 설정 ① 글꼴과 입력기 설치" descr="한글 설정 ① 글꼴과 입력기 설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한글 설정 ② 화면 언어를 한국어로" descr="한글 설정 ② 화면 언어를 한국어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한글 설정 ③ 입력기에 한글 추가" descr="한글 설정 ③ 입력기에 한글 추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첫 코드 — Hello!" descr="첫 코드 — Hello!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차시 · SenseHAT으로 배우는 파이썬 기초 12단계" descr="2차시 · SenseHAT으로 배우는 파이썬 기초 12단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규칙과 첫 네 줄" descr="규칙과 첫 네 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1 · 글자 흘리기 — 명령" descr="s01 · 글자 흘리기 — 명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2 · 변수 — 이름표 붙인 상자" descr="s02 · 변수 — 이름표 붙인 상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3 · 색 — 빨강·초록·파랑 섞기" descr="s03 · 색 — 빨강·초록·파랑 섞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4 · 좌표 — 점 하나 켜기" descr="s04 · 좌표 — 점 하나 켜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5 · 순서와 기다리기" descr="s05 · 순서와 기다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6 · 반복(for) — 같은 일을 여러 번" descr="s06 · 반복(for) — 같은 일을 여러 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7 · 리스트 — 여러 개를 한 줄로" descr="s07 · 리스트 — 여러 개를 한 줄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8 · 센서 읽기 — 온도" descr="s08 · 센서 읽기 — 온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09 · 조건(if) — 만약 ~라면" descr="s09 · 조건(if) — 만약 ~라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0 · 무한 반복(while) — 계속 재기" descr="s10 · 무한 반복(while) — 계속 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1 · 조이스틱 — 누르면 반응" descr="s11 · 조이스틱 — 누르면 반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12 · 함수 만들기(def) — 나만의 명령" descr="s12 · 함수 만들기(def) — 나만의 명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정리: 오늘 배운 문법" descr="정리: 오늘 배운 문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자주 나는 오류 3가지" descr="자주 나는 오류 3가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차시 · 미니 프로젝트와 수업 적용" descr="3차시 · 미니 프로젝트와 수업 적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프로젝트 고르기" descr="프로젝트 고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01 · 기울이면 화살표 (움직임 센서)" descr="p01 · 기울이면 화살표 (움직임 센서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02 · 카멜레온 (컬러 센서, SenseHAT V2 전용)" descr="p02 · 카멜레온 (컬러 센서, SenseHAT V2 전용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03 · 전자 주사위 (조이스틱 + 무작위)" descr="p03 · 전자 주사위 (조이스틱 + 무작위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센서 이야기: 온도는 왜 높을까?" descr="센서 이야기: 온도는 왜 높을까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학교급별 적용" descr="학교급별 적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수업 팁" descr="수업 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마무리" descr="마무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부록 · 더 해 보기 추가 Python 예제 12개" descr="부록 · 더 해 보기 추가 Python 예제 12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추가 예제 한눈에 보기" descr="추가 예제 한눈에 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1 · 무지개 채우기" descr="e01 · 무지개 채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2 · 웃는 얼굴" descr="e02 · 웃는 얼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3 · 두근두근 하트" descr="e03 · 두근두근 하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4 · 카운트다운" descr="e04 · 카운트다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5 · 습도 알리미" descr="e05 · 습도 알리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6 · 막대 온도계" descr="e06 · 막대 온도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7 · 조이스틱으로 점 옮기기" descr="e07 · 조이스틱으로 점 옮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8 · 구슬 굴리기" descr="e08 · 구슬 굴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9 · 흔들면 주사위" descr="e09 · 흔들면 주사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10 · 반응 속도 게임" descr="e10 · 반응 속도 게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11 · 환경 기록기" descr="e11 · 환경 기록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12 · 색 이름 맞히기" descr="e12 · 색 이름 맞히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부록 · 더 해 보기 게임 4개" descr="부록 · 더 해 보기 게임 4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게임 한눈에 보기" descr="게임 한눈에 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1 · 뱀 게임 (1/2)" descr="g01 · 뱀 게임 (1/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1 · 뱀 게임 (2/2)" descr="g01 · 뱀 게임 (2/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2 · 돌 피하기 (1/2)" descr="g02 · 돌 피하기 (1/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2 · 돌 피하기 (2/2)" descr="g02 · 돌 피하기 (2/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3 · 미로 탈출 (1/3)" descr="g03 · 미로 탈출 (1/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3 · 미로 탈출 (2/3)" descr="g03 · 미로 탈출 (2/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3 · 미로 탈출 (3/3)" descr="g03 · 미로 탈출 (3/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4 · 순서 기억 게임 (1/2)" descr="g04 · 순서 기억 게임 (1/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04 · 순서 기억 게임 (2/2)" descr="g04 · 순서 기억 게임 (2/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